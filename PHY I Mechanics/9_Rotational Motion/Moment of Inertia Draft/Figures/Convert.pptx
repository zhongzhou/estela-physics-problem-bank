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8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2A57C-E509-E0DB-5A1E-AEA3C1917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E756F8-69FF-C4E9-FDD9-BAF416CAFC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89526-9ECA-894C-12BD-23694DB44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B00A-8FD9-42B5-9214-A7886FD33E81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AD2F0-EE59-A99F-F661-12AFCD94B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78913-93A5-0B6D-89F3-3907895BF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09D2E-1656-4679-9B16-D4D54A07E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495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F4E51-6269-BAF8-3626-8884C3A81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ED814-DC80-1DF2-FAD7-2DC7F23ED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B8326-64AE-007A-BFA1-6CA1785F2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B00A-8FD9-42B5-9214-A7886FD33E81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D55BA-8563-9786-EE87-937ED72F5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573CA-69BE-E3B2-7385-E8C371DEC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09D2E-1656-4679-9B16-D4D54A07E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054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DFB16-49C9-060A-5156-E78759E22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1160D-8FC8-8240-33F0-450AC7E38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46850-58EB-FAD0-9AFA-0060DFAFA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B00A-8FD9-42B5-9214-A7886FD33E81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14E44-2675-8CEF-B3FC-85118F68D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C2AC5-D8E6-B70A-17B9-007E77237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09D2E-1656-4679-9B16-D4D54A07E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288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10F47-1E1E-0F0F-836B-7DB7AE514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05FE5-E2BB-CDBE-6A6C-644545FC3D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55EB3-2663-5936-4774-4DC196D481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FA248-F6F2-2170-F0AF-72840C91B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B00A-8FD9-42B5-9214-A7886FD33E81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939F8D-C3C0-804C-AEF0-9299E9032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656C1-5148-1232-E63B-E84D7613E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09D2E-1656-4679-9B16-D4D54A07E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356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4D285-4EC2-80C2-A947-3F763FE35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69387A-0DBD-5361-35D2-CC059558B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68CBC0-0796-AA00-A8EC-2F0C87E6A3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DF9E08-2FCA-E84A-842B-E66ADA2E6C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EE8C31-5D23-8F8F-63C6-0F093EDE94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7391A9-0477-0280-4D43-05BF302F5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B00A-8FD9-42B5-9214-A7886FD33E81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43A185-F4CE-0840-8D71-0D2AABBFB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5691A6-D62E-4AA7-D0B8-616FDCA54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09D2E-1656-4679-9B16-D4D54A07E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249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C7701-AA13-1BD2-3E92-D24C639CA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6A055B-78E6-57D7-4555-E8B217861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B00A-8FD9-42B5-9214-A7886FD33E81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CC61E2-6D82-1613-E6DB-4288EE4DB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E058ED-D581-A9DE-62D8-29E5198BE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09D2E-1656-4679-9B16-D4D54A07E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846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918813-3474-FC1C-81F4-CB29D3473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B00A-8FD9-42B5-9214-A7886FD33E81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776383-0874-93D8-4C76-D20966466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7AA2F-B325-3A41-25DE-26373F1F2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09D2E-1656-4679-9B16-D4D54A07E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412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59C7D-A662-F4AA-F705-FB618024B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C91DD-EE0B-ED84-66CA-93A43A97D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05ACB0-1BF4-7BB8-547F-1784339C2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59939-EE6A-FDF9-1FC5-EF8DD22E3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B00A-8FD9-42B5-9214-A7886FD33E81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4CA00-5CD8-39D6-218E-41EF26459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0FF4FB-DB0D-2B71-78B1-211F247EF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09D2E-1656-4679-9B16-D4D54A07E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23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17891-3A2C-0722-7345-B7081DDC5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AADF05-8E22-D4A4-91D2-DD476D2B10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8468D9-F7B4-AA3F-BDF4-69BB97B40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A6C6CD-215D-4A02-8E2A-99F3B14AD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B00A-8FD9-42B5-9214-A7886FD33E81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7188C6-C95A-B2A8-3581-4AB7DD9DF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41117-3D9E-07AA-06B9-AF986600C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09D2E-1656-4679-9B16-D4D54A07E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72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E5B36-C82E-5533-25D9-1AE5167BC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8EA040-B691-E2DD-D795-4BDAF08D5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2D52D-1A62-3792-FC4F-55B72E4B4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B00A-8FD9-42B5-9214-A7886FD33E81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2AB3B-9B22-8354-0B3F-F8E26DC3E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2A328-8844-2DB1-0994-799F9A49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09D2E-1656-4679-9B16-D4D54A07E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093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761F04-CC6B-32EE-187E-969671E659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E535C3-FC1D-F1FC-B2C3-55BDA15390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32246-8AC1-0A41-31B5-89964E7B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B00A-8FD9-42B5-9214-A7886FD33E81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D3F97-4CBE-A2E2-D1B7-B46478436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90202-6004-E30E-9612-DC1957342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09D2E-1656-4679-9B16-D4D54A07E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326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B17477-0856-25C9-F839-21B638AB1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CBC581-0AFA-6287-8CB2-BFEC5C951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9E5D4-8E31-31AA-0D30-7007AF2832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E2B00A-8FD9-42B5-9214-A7886FD33E81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7DC10-B395-326C-2712-45084EE073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139A1-7FC6-4480-04F0-C5741C12A4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809D2E-1656-4679-9B16-D4D54A07E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801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12" Type="http://schemas.openxmlformats.org/officeDocument/2006/relationships/image" Target="../media/image29.png"/><Relationship Id="rId17" Type="http://schemas.openxmlformats.org/officeDocument/2006/relationships/image" Target="../media/image34.svg"/><Relationship Id="rId2" Type="http://schemas.openxmlformats.org/officeDocument/2006/relationships/image" Target="../media/image19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5" Type="http://schemas.openxmlformats.org/officeDocument/2006/relationships/image" Target="../media/image32.sv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svg"/><Relationship Id="rId14" Type="http://schemas.openxmlformats.org/officeDocument/2006/relationships/image" Target="../media/image3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svg"/><Relationship Id="rId18" Type="http://schemas.openxmlformats.org/officeDocument/2006/relationships/image" Target="../media/image51.png"/><Relationship Id="rId3" Type="http://schemas.openxmlformats.org/officeDocument/2006/relationships/image" Target="../media/image36.svg"/><Relationship Id="rId7" Type="http://schemas.openxmlformats.org/officeDocument/2006/relationships/image" Target="../media/image40.svg"/><Relationship Id="rId12" Type="http://schemas.openxmlformats.org/officeDocument/2006/relationships/image" Target="../media/image45.png"/><Relationship Id="rId17" Type="http://schemas.openxmlformats.org/officeDocument/2006/relationships/image" Target="../media/image50.svg"/><Relationship Id="rId2" Type="http://schemas.openxmlformats.org/officeDocument/2006/relationships/image" Target="../media/image35.pn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4.svg"/><Relationship Id="rId5" Type="http://schemas.openxmlformats.org/officeDocument/2006/relationships/image" Target="../media/image38.svg"/><Relationship Id="rId15" Type="http://schemas.openxmlformats.org/officeDocument/2006/relationships/image" Target="../media/image48.svg"/><Relationship Id="rId10" Type="http://schemas.openxmlformats.org/officeDocument/2006/relationships/image" Target="../media/image43.png"/><Relationship Id="rId19" Type="http://schemas.openxmlformats.org/officeDocument/2006/relationships/image" Target="../media/image52.svg"/><Relationship Id="rId4" Type="http://schemas.openxmlformats.org/officeDocument/2006/relationships/image" Target="../media/image37.png"/><Relationship Id="rId9" Type="http://schemas.openxmlformats.org/officeDocument/2006/relationships/image" Target="../media/image42.svg"/><Relationship Id="rId1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raphic 192">
            <a:extLst>
              <a:ext uri="{FF2B5EF4-FFF2-40B4-BE49-F238E27FC236}">
                <a16:creationId xmlns:a16="http://schemas.microsoft.com/office/drawing/2014/main" id="{66343532-6198-B03B-AD18-33068E154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747" y="616072"/>
            <a:ext cx="1724025" cy="647700"/>
          </a:xfrm>
          <a:prstGeom prst="rect">
            <a:avLst/>
          </a:prstGeom>
        </p:spPr>
      </p:pic>
      <p:pic>
        <p:nvPicPr>
          <p:cNvPr id="195" name="Graphic 194">
            <a:extLst>
              <a:ext uri="{FF2B5EF4-FFF2-40B4-BE49-F238E27FC236}">
                <a16:creationId xmlns:a16="http://schemas.microsoft.com/office/drawing/2014/main" id="{0A2BE6EA-4959-85C1-7A17-42A7908342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6747" y="1594485"/>
            <a:ext cx="1752600" cy="666750"/>
          </a:xfrm>
          <a:prstGeom prst="rect">
            <a:avLst/>
          </a:prstGeom>
        </p:spPr>
      </p:pic>
      <p:pic>
        <p:nvPicPr>
          <p:cNvPr id="197" name="Graphic 196">
            <a:extLst>
              <a:ext uri="{FF2B5EF4-FFF2-40B4-BE49-F238E27FC236}">
                <a16:creationId xmlns:a16="http://schemas.microsoft.com/office/drawing/2014/main" id="{EB3573CE-378B-D16D-B841-3AB1741832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6747" y="2637668"/>
            <a:ext cx="1771650" cy="657225"/>
          </a:xfrm>
          <a:prstGeom prst="rect">
            <a:avLst/>
          </a:prstGeom>
        </p:spPr>
      </p:pic>
      <p:pic>
        <p:nvPicPr>
          <p:cNvPr id="199" name="Graphic 198">
            <a:extLst>
              <a:ext uri="{FF2B5EF4-FFF2-40B4-BE49-F238E27FC236}">
                <a16:creationId xmlns:a16="http://schemas.microsoft.com/office/drawing/2014/main" id="{86A7C92B-B1A5-BD1B-6598-DFD24A2A2C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44240" y="616072"/>
            <a:ext cx="1905000" cy="647700"/>
          </a:xfrm>
          <a:prstGeom prst="rect">
            <a:avLst/>
          </a:prstGeom>
        </p:spPr>
      </p:pic>
      <p:pic>
        <p:nvPicPr>
          <p:cNvPr id="203" name="Graphic 202">
            <a:extLst>
              <a:ext uri="{FF2B5EF4-FFF2-40B4-BE49-F238E27FC236}">
                <a16:creationId xmlns:a16="http://schemas.microsoft.com/office/drawing/2014/main" id="{9EBFBE77-F73D-59AB-8400-0D9759054D5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96615" y="1655445"/>
            <a:ext cx="1952625" cy="666750"/>
          </a:xfrm>
          <a:prstGeom prst="rect">
            <a:avLst/>
          </a:prstGeom>
        </p:spPr>
      </p:pic>
      <p:pic>
        <p:nvPicPr>
          <p:cNvPr id="205" name="Graphic 204">
            <a:extLst>
              <a:ext uri="{FF2B5EF4-FFF2-40B4-BE49-F238E27FC236}">
                <a16:creationId xmlns:a16="http://schemas.microsoft.com/office/drawing/2014/main" id="{72754004-0C88-3AD1-9521-6BBF3235E5E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396615" y="2713868"/>
            <a:ext cx="1952625" cy="657225"/>
          </a:xfrm>
          <a:prstGeom prst="rect">
            <a:avLst/>
          </a:prstGeom>
        </p:spPr>
      </p:pic>
      <p:pic>
        <p:nvPicPr>
          <p:cNvPr id="207" name="Graphic 206">
            <a:extLst>
              <a:ext uri="{FF2B5EF4-FFF2-40B4-BE49-F238E27FC236}">
                <a16:creationId xmlns:a16="http://schemas.microsoft.com/office/drawing/2014/main" id="{CB06FD66-633F-0C36-6445-C9BA403C63B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66547" y="626745"/>
            <a:ext cx="1724025" cy="647700"/>
          </a:xfrm>
          <a:prstGeom prst="rect">
            <a:avLst/>
          </a:prstGeom>
        </p:spPr>
      </p:pic>
      <p:pic>
        <p:nvPicPr>
          <p:cNvPr id="209" name="Graphic 208">
            <a:extLst>
              <a:ext uri="{FF2B5EF4-FFF2-40B4-BE49-F238E27FC236}">
                <a16:creationId xmlns:a16="http://schemas.microsoft.com/office/drawing/2014/main" id="{CA29B9F3-8FC6-20FA-3225-023B14E4B93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635114" y="1731645"/>
            <a:ext cx="1752600" cy="666750"/>
          </a:xfrm>
          <a:prstGeom prst="rect">
            <a:avLst/>
          </a:prstGeom>
        </p:spPr>
      </p:pic>
      <p:pic>
        <p:nvPicPr>
          <p:cNvPr id="211" name="Graphic 210">
            <a:extLst>
              <a:ext uri="{FF2B5EF4-FFF2-40B4-BE49-F238E27FC236}">
                <a16:creationId xmlns:a16="http://schemas.microsoft.com/office/drawing/2014/main" id="{5E4B69AA-21DA-27B4-F700-524ADAA1D6E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66547" y="2771775"/>
            <a:ext cx="1771650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369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F265F4F-B0ED-55D6-8182-9750A357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1495" y="659130"/>
            <a:ext cx="1695450" cy="6477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B52DBA9-6A4B-122C-585E-AF4C70D70E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2920" y="1632585"/>
            <a:ext cx="1724025" cy="66675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7F3EA9-DB8F-90B4-89A3-D877EAE089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3395" y="2625090"/>
            <a:ext cx="1733550" cy="65722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DAD963A9-4358-5394-5337-2C1792EE5F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79407" y="659130"/>
            <a:ext cx="1876425" cy="6477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5B40227-A2C5-7442-5A63-98687B8987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41307" y="1632585"/>
            <a:ext cx="1914525" cy="66675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1444056-8096-DF2E-ACFE-7A33147202B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831782" y="2771775"/>
            <a:ext cx="1924050" cy="657225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69E986B-8679-2BB7-C5FE-C621ECB45CD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78795" y="659130"/>
            <a:ext cx="1857375" cy="6477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855042C6-4051-11A3-DC1B-6701406E73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559745" y="1632585"/>
            <a:ext cx="1876425" cy="66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130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F63E649-BE29-994B-D14C-6ED8582ED4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450" y="689610"/>
            <a:ext cx="1866900" cy="6477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B2D6345-2008-8D3B-ACF1-DA8AB99772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8162" y="1678305"/>
            <a:ext cx="1895475" cy="66675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052EA43E-DD83-3F9F-91F8-EC860124E3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2450" y="2779395"/>
            <a:ext cx="1905000" cy="65722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2CAADFD-04EF-E0D3-63CC-FE29E75707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29927" y="689610"/>
            <a:ext cx="1876425" cy="6477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0DA441F-229A-1E25-D1A9-A00FA899FB8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91827" y="1731645"/>
            <a:ext cx="1914525" cy="66675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6454EB4-E4A5-8008-410B-A4A6EB55134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14198" y="2792730"/>
            <a:ext cx="1924050" cy="657225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0B4C2F6-A14A-E421-9A39-BF5E8A17474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728335" y="689610"/>
            <a:ext cx="1695450" cy="6477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21A28F2-42BA-48B4-1BD2-A6BF3B23946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699760" y="1693545"/>
            <a:ext cx="1724025" cy="66675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77755D5D-D23E-7616-F2D1-815F8C4332B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694997" y="2771775"/>
            <a:ext cx="1733550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237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Zhongzhou Chen</dc:creator>
  <cp:lastModifiedBy>Zhongzhou Chen</cp:lastModifiedBy>
  <cp:revision>2</cp:revision>
  <dcterms:created xsi:type="dcterms:W3CDTF">2025-10-31T18:40:32Z</dcterms:created>
  <dcterms:modified xsi:type="dcterms:W3CDTF">2025-10-31T19:06:53Z</dcterms:modified>
</cp:coreProperties>
</file>