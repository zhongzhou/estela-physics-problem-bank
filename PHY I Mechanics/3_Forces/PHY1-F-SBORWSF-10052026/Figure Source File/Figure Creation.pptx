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91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9DA6-9045-49FF-1F68-706294EAB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93517-3DE0-0029-6416-2A2D8490C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3D7AE-7905-25EB-AD5F-4516093D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E4B5F2-C9A5-831F-2ACB-0AE76146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E04DB-8200-A5EA-DB4D-C1225A9F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16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7454E-02D1-8630-9000-A61DF08E1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C7511-6230-C8AB-7DEC-F1D2B9B98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AF0CD5-A36D-8425-264E-8A1A9A13E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9AE0A-40EF-FD07-632A-5E77C0D7C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B1AA9-50E2-FF6A-7B5E-2E8F1395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66DA3-DE17-766E-932D-0C7ABD0CE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9AFD1-E86B-EBAC-2876-1FDFAAFB8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19998-A5C1-CED5-792C-FAD24375B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9834A-36EC-9AD2-97DA-9011DC33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49C32-4C5D-44E6-AADD-2BC85B4B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3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0F8C-DB79-8031-AEA2-C7B02EB18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3CAAE-4CBC-19D8-AFA6-9CEB9566F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2F462-79EC-FC13-AA51-D63E30600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A6A28-A689-AB58-86DF-8DC8B5FC6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0D8603-9351-377E-F217-0E42F858D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EE7E7-35D0-F482-C13F-6BB7C7A1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03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E57C-2F39-E8C1-D476-7D42DB3B4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9F8FEA-D7FD-76B5-507D-72CFCE0D4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2A0E7-535A-BF15-0735-5667A95F3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FB57CF-391A-22C1-4DC5-BB60454CE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FA3289-0DD6-424E-149C-642A3CD0D6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87C2E6-6731-7EB3-9B4B-8684C59B8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C4B023-6D71-E09F-2EB8-74604E95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500564-A5A7-24A8-F58D-04247BCD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2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99F1-208D-043A-D0F5-E4822AD74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ADA9D5-0167-6D22-241A-EE3F1699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25906-7826-E8A1-10F7-2F76C481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25683-B79D-6968-E6EF-4DC52EA66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9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5F6DCC-A528-CA47-D4A0-E9D9127D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49EA5C-393E-1394-3277-111DED43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AFB0C-7750-BAC2-A9A0-D1A75F49E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68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B3F7-296C-8BFE-B59B-54990EA2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70CE-1C71-614A-D812-21F83956D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F6E05C-135C-B570-9C27-A1457D060B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A416E-3CA3-3C65-345B-CF2A9044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F5396-5924-5B6F-5A4C-FE3FC7698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A0371-EFAE-04D3-A289-4BB85DB1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826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3341-C0C1-C0F9-4065-53ABC7455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49036C-BBE8-C7A3-17CD-05F1E1A6D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8DE98-DC43-F199-A833-7D6B313F3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ABB3B-BCB1-F00C-998E-33FC1821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0615F-5714-6666-A9AB-6764FA28B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41BF6-CFA9-157B-5EDB-755E8835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44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DEC0-E43C-30B9-2038-547A9ED3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E9EE1-8250-CC30-373F-B5F032529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9918F-2ED5-5A75-765E-EF97AB78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8693C-3330-530A-E66B-497C21EF1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79F62-B31A-4089-2C00-89034FC64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30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AFBD72-DC03-A319-0B1C-F6E1F4310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B26CB-6737-0F30-F54F-765810DB4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D7190-3C0B-4826-7826-27877F7B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CB978-2E77-806A-8146-A8A5F2C4A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042EE-5956-3AEF-9759-F62F7B52D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2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0C3B1C-918E-6B3F-2CB5-AA349941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6F9E8-0CE6-C8C4-14F8-4C544127C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EE0C-3EA7-91ED-C747-EE734E17C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80F06-3604-4C98-A37F-D82C1BD31C2B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27D5B-7180-FBF9-86B6-42AFD1E242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72B31-FC93-4B57-7AB1-9C2B7746A7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A096C-2CF1-4F9F-AC85-DFB1F9B67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58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AF998F0-01CB-E757-3371-31A8D85F5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3798" y="650997"/>
            <a:ext cx="2762250" cy="239077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4F8E1C3-6F93-0727-BF30-045428FC1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74829" y="733059"/>
            <a:ext cx="2762250" cy="23907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B420976-AEF0-435D-F229-FBEA84A1AE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3798" y="3722443"/>
            <a:ext cx="2762250" cy="239077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75E6EA68-260F-92A1-4FDC-B141856B17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4829" y="3722442"/>
            <a:ext cx="27622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56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41914B34-20C3-C6F3-051E-D82801212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1368" y="908904"/>
            <a:ext cx="2762250" cy="239077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DAC8C2D-53AC-3D88-8DB4-BAB06216D3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908904"/>
            <a:ext cx="2762250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03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raphic 93">
            <a:extLst>
              <a:ext uri="{FF2B5EF4-FFF2-40B4-BE49-F238E27FC236}">
                <a16:creationId xmlns:a16="http://schemas.microsoft.com/office/drawing/2014/main" id="{FB9F4062-A80E-847B-0BC3-8144C341D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9937" y="1190990"/>
            <a:ext cx="3209925" cy="1609725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5D622433-3A10-A5A3-12A5-677CED553A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6290" y="1190990"/>
            <a:ext cx="3209925" cy="1609725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C64B4622-0DCD-E535-98D1-4468647B2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6290" y="3661629"/>
            <a:ext cx="3209925" cy="1609725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C9AA0BF5-6EC3-F852-49A8-BB756F9777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95787" y="3531911"/>
            <a:ext cx="32099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235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BAC7C19-CCA9-F2FD-15E2-13F02861A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51124" y="1103067"/>
            <a:ext cx="3209925" cy="1609725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8B7E24F-6607-9FC6-39D4-660E8F6088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0952" y="1103068"/>
            <a:ext cx="32099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1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Zhongzhou Chen</dc:creator>
  <cp:lastModifiedBy>Zhongzhou Chen</cp:lastModifiedBy>
  <cp:revision>1</cp:revision>
  <dcterms:created xsi:type="dcterms:W3CDTF">2025-10-03T18:20:06Z</dcterms:created>
  <dcterms:modified xsi:type="dcterms:W3CDTF">2025-10-03T18:53:03Z</dcterms:modified>
</cp:coreProperties>
</file>